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2A Master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2C968B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A2A 像素小镇社交游戏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Stardew Valley 氛围 + Pixelium Teal 视觉 + Agent 驱动线下社交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登录后直接进入俯视角 2D 小镇地图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9 个建筑承载全部功能，移除数字统计面板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点击建筑，在像素对话框中完成全部操作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关键词: 温暖、像素、探索、低压、真实见面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2C968B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8"/>
          </a:solidFill>
          <a:ln w="12700">
            <a:solidFill>
              <a:srgbClr val="FCFCF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产品愿景与体验目标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把社交产品的入口，从表单与面板，改造成可漫游的小镇世界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用户进入世界，而不是进入后台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地图即导航，建筑即功能，角色即入口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Agent 先代聊与筛选，用户只在关键节点决策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强调松弛感、陪伴感、轻探索，而不是 KPI 式运营感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参考气质: 星露谷镇子探索 + 轻 RPG 式社交动线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5C9AD6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世界地图与 9 个建筑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地图结构就是信息架构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图书馆: 学习 / 共读 / 安静陪伴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餐厅: 吃饭 / 探店 / 夜宵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咖啡馆: 轻聊天 / 初次见面 / 下午茶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运动场、电影院、游戏厅: 主题活动入口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邮局: 匹配通知与详细报告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广场: 全镇活跃匹配总览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我的小屋: Big Five、性格标签、社交偏好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布局关键词: 可记忆、可漫游、可回访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5C9AD6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8"/>
          </a:solidFill>
          <a:ln w="12700">
            <a:solidFill>
              <a:srgbClr val="FCFCF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核心用户主循环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Explore → Publish → Match → Decide → Meet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登录进入小镇地图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点击活动建筑，填写意图描述 / 时间 / 人数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派出 Avatar，进入 Agent 匹配流程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回到地图继续探索，等待邮局通知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在邮局阅读共鸣点、破冰建议、见面安排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确认线下见面，完成从线上到线下的闭环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目标: 让“发布邀约”像进入一个地点，而不是填写一张表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D6668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Agent 行走动画方案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让 Avatar 真正“在镇子里移动”而不是瞬移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角色层从 grid 定位改为 absolute + x/y 坐标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点击建筑后，计算建筑中心点与移动路径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移动期间切换状态为 walking，并播放脚步帧动画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到达目标后切换为 arrived / idle，再弹出建筑对话框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推荐技术: React 状态管理 + CSS steps() 帧动画 + Framer Motion 位移动画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进一步升级可加入朝向切换、停顿、巡视、寻路与 sprite sheet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动画原则: 像素感、短路径、低频但明确的反馈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D6668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8"/>
          </a:solidFill>
          <a:ln w="12700">
            <a:solidFill>
              <a:srgbClr val="FCFCF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2C968B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系统状态与界面原则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让世界状态清晰，但不过度数据化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关键状态: Guest / TownMap / BuildingDialog / Matching / PostOffice / Confirmed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所有反馈通过建筑、徽章、对话框和角色动作表达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避免大块数据仪表盘，改成情境化提示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底部工具栏只保留时间与 Agent 状态简报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广场与邮局承担“全局感知”，小屋承担“自我认知”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设计原则: 少数字、多情境、强地点感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2C968B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</a:ln>
        </p:spPr>
        <p:txBody>
          <a:bodyPr/>
          <a:lstStyle/>
          <a:p/>
        </p:txBody>
      </p:sp>
      <p:sp>
        <p:nvSpPr>
          <p:cNvPr id="3" name="TopBar"/>
          <p:cNvSpPr/>
          <p:nvPr/>
        </p:nvSpPr>
        <p:spPr>
          <a:xfrm>
            <a:off x="457200" y="342900"/>
            <a:ext cx="10287000" cy="685800"/>
          </a:xfrm>
          <a:prstGeom prst="rect">
            <a:avLst/>
          </a:prstGeom>
          <a:solidFill>
            <a:srgbClr val="A6802D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4" name="MoodBox"/>
          <p:cNvSpPr/>
          <p:nvPr/>
        </p:nvSpPr>
        <p:spPr>
          <a:xfrm>
            <a:off x="7772400" y="5486400"/>
            <a:ext cx="3429000" cy="914400"/>
          </a:xfrm>
          <a:prstGeom prst="rect">
            <a:avLst/>
          </a:prstGeom>
          <a:solidFill>
            <a:srgbClr val="FCFCF8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5" name="Title"/>
          <p:cNvSpPr txBox="1"/>
          <p:nvPr/>
        </p:nvSpPr>
        <p:spPr>
          <a:xfrm>
            <a:off x="685800" y="914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2400" b="1" dirty="0" smtClean="0">
                <a:solidFill>
                  <a:srgbClr val="FCFCF8"/>
                </a:solidFill>
                <a:latin typeface="Arial"/>
                <a:ea typeface="Microsoft YaHei"/>
              </a:rPr>
              <a:t>下一步落地建议</a:t>
            </a:r>
            <a:endParaRPr lang="zh-CN" sz="2400">
              <a:solidFill>
                <a:srgbClr val="FCFCF8"/>
              </a:solidFill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85800" y="18288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400" dirty="0" smtClean="0">
                <a:solidFill>
                  <a:srgbClr val="2B2723"/>
                </a:solidFill>
                <a:latin typeface="Arial"/>
                <a:ea typeface="Microsoft YaHei"/>
              </a:rPr>
              <a:t>从视觉 Demo 走向完整可玩体验</a:t>
            </a:r>
            <a:endParaRPr lang="zh-CN" sz="1400">
              <a:solidFill>
                <a:srgbClr val="2B2723"/>
              </a:solidFill>
            </a:endParaRPr>
          </a:p>
        </p:txBody>
      </p:sp>
      <p:sp>
        <p:nvSpPr>
          <p:cNvPr id="7" name="Bullets"/>
          <p:cNvSpPr txBox="1"/>
          <p:nvPr/>
        </p:nvSpPr>
        <p:spPr>
          <a:xfrm>
            <a:off x="685800" y="2514600"/>
            <a:ext cx="9144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概览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第一阶段: 完成地图页、建筑对话框与基础动效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第二阶段: 接入 Agent 行走、路径与状态切换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第三阶段: 补充真实匹配数据与通知流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第四阶段: 导出设计稿并同步到 Figma / 演示材料</a:t>
            </a:r>
            <a:endParaRPr lang="zh-CN" sz="1200">
              <a:solidFill>
                <a:srgbClr val="2B2723"/>
              </a:solidFill>
            </a:endParaRPr>
          </a:p>
          <a:p>
            <a:pPr lvl="0">
              <a:buChar char="•"/>
            </a:pPr>
            <a:r>
              <a:rPr lang="zh-CN" sz="1200" dirty="0" smtClean="0">
                <a:solidFill>
                  <a:srgbClr val="2B2723"/>
                </a:solidFill>
                <a:latin typeface="Arial"/>
                <a:ea typeface="Microsoft YaHei"/>
              </a:rPr>
              <a:t>演示重点: 打开小镇、点击建筑、收到邮局通知、确认见面</a:t>
            </a:r>
            <a:endParaRPr lang="zh-CN" sz="1200">
              <a:solidFill>
                <a:srgbClr val="2B2723"/>
              </a:solidFill>
            </a:endParaRPr>
          </a:p>
        </p:txBody>
      </p:sp>
      <p:sp>
        <p:nvSpPr>
          <p:cNvPr id="8" name="Mood"/>
          <p:cNvSpPr txBox="1"/>
          <p:nvPr/>
        </p:nvSpPr>
        <p:spPr>
          <a:xfrm>
            <a:off x="8001000" y="57150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zh-CN" sz="1000" dirty="0" smtClean="0">
                <a:solidFill>
                  <a:srgbClr val="2B2723"/>
                </a:solidFill>
                <a:latin typeface="Arial"/>
                <a:ea typeface="Microsoft YaHei"/>
              </a:rPr>
              <a:t>Demo 关键词: 一镜到底、像素童话、真实社交</a:t>
            </a:r>
            <a:endParaRPr lang="zh-CN" sz="1000">
              <a:solidFill>
                <a:srgbClr val="2B2723"/>
              </a:solidFill>
            </a:endParaRPr>
          </a:p>
        </p:txBody>
      </p:sp>
      <p:sp>
        <p:nvSpPr>
          <p:cNvPr id="9" name="PixelAccent1"/>
          <p:cNvSpPr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solidFill>
            <a:srgbClr val="A6802D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0" name="PixelAccent2"/>
          <p:cNvSpPr/>
          <p:nvPr/>
        </p:nvSpPr>
        <p:spPr>
          <a:xfrm>
            <a:off x="1257300" y="5715000"/>
            <a:ext cx="457200" cy="457200"/>
          </a:xfrm>
          <a:prstGeom prst="rect">
            <a:avLst/>
          </a:prstGeom>
          <a:solidFill>
            <a:srgbClr val="87BC53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  <p:sp>
        <p:nvSpPr>
          <p:cNvPr id="11" name="PixelAccent3"/>
          <p:cNvSpPr/>
          <p:nvPr/>
        </p:nvSpPr>
        <p:spPr>
          <a:xfrm>
            <a:off x="1828800" y="5715000"/>
            <a:ext cx="457200" cy="457200"/>
          </a:xfrm>
          <a:prstGeom prst="rect">
            <a:avLst/>
          </a:prstGeom>
          <a:solidFill>
            <a:srgbClr val="D8B04F"/>
          </a:solidFill>
          <a:ln w="12700">
            <a:solidFill>
              <a:srgbClr val="2B2723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2A Theme">
  <a:themeElements>
    <a:clrScheme name="A2A">
      <a:dk1>
        <a:srgbClr val="171513"/>
      </a:dk1>
      <a:lt1>
        <a:srgbClr val="FCFCF8"/>
      </a:lt1>
      <a:dk2>
        <a:srgbClr val="2B2723"/>
      </a:dk2>
      <a:lt2>
        <a:srgbClr val="F3F0E8"/>
      </a:lt2>
      <a:accent1>
        <a:srgbClr val="2C968B"/>
      </a:accent1>
      <a:accent2>
        <a:srgbClr val="D8B04F"/>
      </a:accent2>
      <a:accent3>
        <a:srgbClr val="87BC53"/>
      </a:accent3>
      <a:accent4>
        <a:srgbClr val="5C9AD6"/>
      </a:accent4>
      <a:accent5>
        <a:srgbClr val="D66683"/>
      </a:accent5>
      <a:accent6>
        <a:srgbClr val="AB4F31"/>
      </a:accent6>
      <a:hlink>
        <a:srgbClr val="5C9AD6"/>
      </a:hlink>
      <a:folHlink>
        <a:srgbClr val="A6802D"/>
      </a:folHlink>
    </a:clrScheme>
    <a:fontScheme name="A2A Font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A2A Format">
      <a:fillStyleLst>
        <a:solidFill>
          <a:schemeClr val="accent1"/>
        </a:solidFill>
      </a:fillStyleLst>
      <a:lnStyleLst>
        <a:ln w="12700">
          <a:solidFill>
            <a:schemeClr val="dk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7</Slides>
  <Notes>0</Notes>
  <HiddenSlides>0</HiddenSlides>
  <MMClips>0</MMClips>
  <ScaleCrop>false</ScaleCrop>
  <Company>OpenAI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A2A Stardew Town Deck</dc:title>
  <dc:creator>OpenAI Codex</dc:creator>
  <cp:lastModifiedBy>OpenAI Codex</cp:lastModifiedBy>
  <dcterms:created xsi:type="dcterms:W3CDTF">2026-03-21T00:00:00Z</dcterms:created>
  <dcterms:modified xsi:type="dcterms:W3CDTF">2026-03-21T00:00:00Z</dcterms:modified>
</cp:coreProperties>
</file>